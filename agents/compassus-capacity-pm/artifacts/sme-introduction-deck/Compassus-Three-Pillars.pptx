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pillars, each answering one question. Capacity Management is the supply side: how much care the branch can take on, by discipline and territory. Scheduling is the allocation: who sees which patient, when, and in what order, inside the clinical and payer windows. Engagement keeps patients and clinicians informed and on track, from confirmations to missed-visit recovery. These are the primary variables, not the full list; the full inventory has 76 numbered variables, and the codes on the right trace each line to the vendor scorecard. Insurance authorization is tracked but not yet numbered.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ssus · Light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passus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197600"/>
            <a:ext cx="6604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25600" y="61976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&amp; Scheduling · SME Introduction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EYEBROW LABEL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Slide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PILLARS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What each pillar has to get right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3384550" cy="3937000"/>
          </a:xfrm>
          <a:prstGeom prst="rect">
            <a:avLst/>
          </a:prstGeom>
          <a:solidFill>
            <a:srgbClr val="FDFCF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905000"/>
            <a:ext cx="3384550" cy="1117600"/>
          </a:xfrm>
          <a:prstGeom prst="rect">
            <a:avLst/>
          </a:prstGeom>
          <a:solidFill>
            <a:srgbClr val="0025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1400" y="2082800"/>
            <a:ext cx="292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E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41400" y="2286000"/>
            <a:ext cx="29273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Capacity Management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41400" y="2616200"/>
            <a:ext cx="29273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care can we take on, by discipline and territory?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41400" y="31496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Clinicians by discipline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05150" y="31496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41400" y="34798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400" y="35179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Territory (county &amp; zip)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5150" y="35179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C-02 · C-03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1400" y="38481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1400" y="38862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off &amp; availability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5150" y="38862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41400" y="42164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1400" y="42545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points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105150" y="42545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SH-07 · 08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41400" y="45847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1400" y="46228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capacity, day &amp; week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5150" y="46228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C-06 · C-07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1400" y="49530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1400" y="49911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Per-diem &amp; flex capacity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105150" y="49911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1400" y="53213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1400" y="53594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&amp; discharges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105150" y="53594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00550" y="1905000"/>
            <a:ext cx="3384550" cy="3937000"/>
          </a:xfrm>
          <a:prstGeom prst="rect">
            <a:avLst/>
          </a:prstGeom>
          <a:solidFill>
            <a:srgbClr val="FDFCF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0550" y="1905000"/>
            <a:ext cx="3384550" cy="1117600"/>
          </a:xfrm>
          <a:prstGeom prst="rect">
            <a:avLst/>
          </a:prstGeom>
          <a:solidFill>
            <a:srgbClr val="00255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29150" y="2082800"/>
            <a:ext cx="292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E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629150" y="2286000"/>
            <a:ext cx="29273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Scheduling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4629150" y="2616200"/>
            <a:ext cx="29273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which patient, when, and in what order?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629150" y="31496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frequency windows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692900" y="31496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S-01 · S-03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29150" y="34798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29150" y="35179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&amp; recert windows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692900" y="35179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S-35 · S-36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29150" y="38481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29150" y="38862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authorization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692900" y="38862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29150" y="42164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29150" y="42545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&amp; skill match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692900" y="42545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S-15 · S-16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29150" y="45847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29150" y="46228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of care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692900" y="46228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S-22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29150" y="49530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629150" y="49911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&amp; proximity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692900" y="49911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S-17 · S-18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29150" y="53213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629150" y="53594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&amp; caregiver needs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692900" y="53594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S-20 · S-28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88300" y="1905000"/>
            <a:ext cx="3384550" cy="3937000"/>
          </a:xfrm>
          <a:prstGeom prst="rect">
            <a:avLst/>
          </a:prstGeom>
          <a:solidFill>
            <a:srgbClr val="FDFCF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88300" y="1905000"/>
            <a:ext cx="3384550" cy="1117600"/>
          </a:xfrm>
          <a:prstGeom prst="rect">
            <a:avLst/>
          </a:prstGeom>
          <a:solidFill>
            <a:srgbClr val="002554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16900" y="2082800"/>
            <a:ext cx="292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E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8216900" y="2286000"/>
            <a:ext cx="29273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Engagement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8216900" y="2616200"/>
            <a:ext cx="29273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patients and clinicians stay informed and on track?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8216900" y="31496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confirmations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10280650" y="31496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16900" y="34798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216900" y="35179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&amp; arrival alerts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10280650" y="35179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CO-02 · 03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16900" y="38481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216900" y="38862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New-patient welcome call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10280650" y="38862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CO-04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16900" y="42164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216900" y="42545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preferences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10280650" y="42545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CO-05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216900" y="45847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216900" y="46228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availability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10280650" y="46228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CO-06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216900" y="49530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216900" y="49911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Missed-visit rebooking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10280650" y="49911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CO-08 · S-38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216900" y="5321300"/>
            <a:ext cx="2927350" cy="0"/>
          </a:xfrm>
          <a:prstGeom prst="line">
            <a:avLst/>
          </a:prstGeom>
          <a:noFill/>
          <a:ln w="9525">
            <a:solidFill>
              <a:srgbClr val="E3DED3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216900" y="5359400"/>
            <a:ext cx="2038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Call-out coverage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10280650" y="5359400"/>
            <a:ext cx="86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pillars — primary variables</dc:title>
  <dc:subject>PptxGenJS Presentation</dc:subject>
  <dc:creator>PptxGenJS</dc:creator>
  <cp:lastModifiedBy>PptxGenJS</cp:lastModifiedBy>
  <cp:revision>1</cp:revision>
  <dcterms:created xsi:type="dcterms:W3CDTF">2026-10-01T20:09:28Z</dcterms:created>
  <dcterms:modified xsi:type="dcterms:W3CDTF">2026-10-01T20:09:28Z</dcterms:modified>
</cp:coreProperties>
</file>